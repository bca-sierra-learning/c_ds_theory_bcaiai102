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1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411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3977640"/>
            <a:ext cx="12188952" cy="2880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Input and Output Functions in 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scanf(), printf(), and the path data takes through stdin / stdout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4709160"/>
            <a:ext cx="201168" cy="201168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4709160"/>
            <a:ext cx="201168" cy="20116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17320" y="4709160"/>
            <a:ext cx="201168" cy="201168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Lecture Notes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data takes: keyboard to program to display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 means a character typed or a value printed does not reach the program or screen instantly — it waits in a buffer until flushed.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663440" y="137160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663440" y="140817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170078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characters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2450592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663440" y="24871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 buffer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27797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input, line-buffered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3529584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63440" y="35661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8587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reads, processes, writes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4608576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464515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buffer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49377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flushes on newline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5687568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57241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6016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shows output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993392"/>
            <a:ext cx="0" cy="45720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818120" y="2039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3072384"/>
            <a:ext cx="0" cy="45720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818120" y="31181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scanf(), fgets(), getchar()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4151376"/>
            <a:ext cx="0" cy="45720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818120" y="41970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printf(), fputs(), putchar()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5230368"/>
            <a:ext cx="0" cy="45720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818120" y="52760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flushed text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Input / Output  •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 — formatted output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 is a standard output function, declared in </a:t>
            </a:r>
            <a:r>
              <a:rPr lang="en-US" sz="1400" dirty="0">
                <a:solidFill>
                  <a:srgbClr val="0850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&lt;stdio.h&gt;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that formats and writes output to stdout, returning the number of characters printed.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printf(const char *format_string, argument_list);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specifiers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645920" cy="438912"/>
          </a:xfrm>
          <a:prstGeom prst="roundRect">
            <a:avLst>
              <a:gd name="adj" fmla="val 10417"/>
            </a:avLst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%d  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3749040"/>
            <a:ext cx="1645920" cy="438912"/>
          </a:xfrm>
          <a:prstGeom prst="roundRect">
            <a:avLst>
              <a:gd name="adj" fmla="val 10417"/>
            </a:avLst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331720" y="37490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%f  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(fixed)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3749040"/>
            <a:ext cx="1645920" cy="438912"/>
          </a:xfrm>
          <a:prstGeom prst="roundRect">
            <a:avLst>
              <a:gd name="adj" fmla="val 10417"/>
            </a:avLst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0" y="37490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%c  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79392"/>
            <a:ext cx="1645920" cy="438912"/>
          </a:xfrm>
          <a:prstGeom prst="roundRect">
            <a:avLst>
              <a:gd name="adj" fmla="val 10417"/>
            </a:avLst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427939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%s  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1720" y="4279392"/>
            <a:ext cx="1645920" cy="438912"/>
          </a:xfrm>
          <a:prstGeom prst="roundRect">
            <a:avLst>
              <a:gd name="adj" fmla="val 10417"/>
            </a:avLst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331720" y="427939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%p  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4279392"/>
            <a:ext cx="1645920" cy="438912"/>
          </a:xfrm>
          <a:prstGeom prst="roundRect">
            <a:avLst>
              <a:gd name="adj" fmla="val 10417"/>
            </a:avLst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0" y="427939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%x  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256032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09360" y="26517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 = 10;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b = 25.5;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printf("a = %d, b = %f\n", a, b);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66344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09360" y="4663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041"/>
                </a:solidFill>
              </a:rPr>
              <a:t>Output:  </a:t>
            </a:r>
            <a:r>
              <a:rPr lang="en-US" sz="13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10, b = 25.500000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type mismatch between specifier and argument is undefined behavior, not a compile error.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Input / Output  •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scanf() — formatted input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scanf() is a standard input function, declared in </a:t>
            </a:r>
            <a:r>
              <a:rPr lang="en-US" sz="14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&lt;stdio.h&gt;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that reads formatted input from stdin and stores the converted values at the given addresses.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scanf(const char *format_string, argument_list);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691640"/>
          </a:xfrm>
          <a:prstGeom prst="roundRect">
            <a:avLst>
              <a:gd name="adj" fmla="val 324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10698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b;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printf("Enter values of a and b: ");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 %f", &amp;a, &amp;b);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printf("a = %d, b = %f\n", a, b);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193792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must be addresses (&amp;x)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%lf reads a double; %f is for float only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return value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Leftover \n can be read by fgets next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48920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09360" y="48920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447C"/>
                </a:solidFill>
              </a:rPr>
              <a:t>Sample run:
</a:t>
            </a:r>
            <a:r>
              <a:rPr lang="en-US" sz="12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values of a and b: 10 25.5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10, b = 25.500000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Input / Output  •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 vs. scanf() at a glance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32918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printf()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scanf()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to stdout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from stdin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 (pointers)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characters written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successfully matched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failure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fails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commonly mismatches on bad 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string 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describes output layout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describes expected input pattern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22960" y="48920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functions operate on stdin / stdout buffers, not directly on the keyboard or screen — that buffering is why output can appear delayed and why leftover input can silently break the next read.</a:t>
            </a:r>
            <a:endParaRPr lang="en-US" sz="1400" dirty="0"/>
          </a:p>
        </p:txBody>
      </p:sp>
      <p:sp>
        <p:nvSpPr>
          <p:cNvPr id="3" name="Text 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Input / Output  • 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533</Words>
  <Application>Microsoft Office PowerPoint</Application>
  <PresentationFormat>Widescreen</PresentationFormat>
  <Paragraphs>91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Krishna Raj</cp:lastModifiedBy>
  <cp:revision>2</cp:revision>
  <dcterms:created xsi:type="dcterms:W3CDTF">2026-07-27T07:05:59Z</dcterms:created>
  <dcterms:modified xsi:type="dcterms:W3CDTF">2026-07-27T07:18:41Z</dcterms:modified>
</cp:coreProperties>
</file>