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in C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allocation, indices, storing and retrieving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elements, static and dynamic initialization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77724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749040"/>
            <a:ext cx="77724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3749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0" y="3749040"/>
            <a:ext cx="77724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3749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3749040"/>
            <a:ext cx="77724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7520" y="3749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3749040"/>
            <a:ext cx="77724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37490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08660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708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in 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 and why we need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39696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22576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2257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22576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allocation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31546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elements sit in memory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22192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5072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507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05072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indices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31546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from 0 to size − 1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04688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7568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87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87568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&amp; retrieving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87568" y="31546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values in, reading them out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87184" y="1463040"/>
            <a:ext cx="1517904" cy="283464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0064" y="1691640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7006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70064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70064" y="31546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and dynamic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85900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485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ARRAYS IN 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arrays?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marks of 60 students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array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331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m1, m2, m3, m4,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... */ m60;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separate variables. Tedious to write, and no easy way to process them with a loop.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array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2040" y="224028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331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marks[60];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200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 holds all 60 values, and a single loop can process every one of them.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85900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485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ARRAYS IN 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array?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is a collection of elements of the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type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stored in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memory locations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accessed using a common name and an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402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data_type array_name[size];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marks[5];    </a:t>
            </a:r>
            <a:pPr indent="0" marL="0">
              <a:buNone/>
            </a:pPr>
            <a:r>
              <a:rPr lang="en-US" sz="13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integers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price[10];   </a:t>
            </a:r>
            <a:pPr indent="0" marL="0">
              <a:buNone/>
            </a:pPr>
            <a:r>
              <a:rPr lang="en-US" sz="13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decimal numbers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name[20];    </a:t>
            </a:r>
            <a:pPr indent="0" marL="0">
              <a:buNone/>
            </a:pPr>
            <a:r>
              <a:rPr lang="en-US" sz="13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characters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 of every element   </a:t>
            </a:r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 name   </a:t>
            </a:r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number of elements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214884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row of lockers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6517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lockers look the same (same type), stand side by side (consecutive memory), the row has one name like "Row A" (array name), and each locker has a number (index).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85900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485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ARRAYS IN 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an array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17904" cy="210312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mix int and float in one array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39696" y="1325880"/>
            <a:ext cx="1517904" cy="210312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22576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2257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22576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2514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stored consecutively in memory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22192" y="1325880"/>
            <a:ext cx="1517904" cy="210312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5072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050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005072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005072" y="2514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grow or shrink once declared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04688" y="1325880"/>
            <a:ext cx="1517904" cy="210312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7568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8756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87568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from 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87568" y="2514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numbered 0, 1, 2 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87184" y="1325880"/>
            <a:ext cx="1517904" cy="2103120"/>
          </a:xfrm>
          <a:prstGeom prst="roundRect">
            <a:avLst>
              <a:gd name="adj" fmla="val 602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0064" y="15087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7006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70064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size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70064" y="2514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written as a constant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practice: keep the size in one place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0" y="36118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SIZE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marks[SIZE];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52244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952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MEMORY ALLOCATION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block of memory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marks[5];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reserves one block big enough for 5 integers. If an int takes 4 bytes, the array uses 5 × 4 = 20 bytes.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number of elements × size of one element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96596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a[5];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b[10];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c[20];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byte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d[3];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023360" y="4343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shown are typical; sizeof gives the exact value on any system.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52244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952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MEMORY ALLOCATION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any element: the address formula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marks[5] = {78, 85, 92, 66, 70}; starting at base address 1000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marks[0]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86868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627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marks[1]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1920240"/>
            <a:ext cx="86868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14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1627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marks[2]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920240"/>
            <a:ext cx="86868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6888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514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1008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1627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marks[3]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1920240"/>
            <a:ext cx="86868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8328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2514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1627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marks[4]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1920240"/>
            <a:ext cx="868680" cy="548640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97680" y="1920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25146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164592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16916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arr[i] =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(i × size of element)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200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of marks[3]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1000 + (3 × 4) = 1012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1546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200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arrays are fast: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houses on 4-metre plots, you can measure straight to any house. Reaching marks[500] takes as long as marks[0].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952244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9522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MEMORY ALLOCATION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in a program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0" cy="333756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297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marks[5] = {78, 85, 92, 66, 70};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printf("%zu\n", sizeof(marks[0]));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printf("%zu\n", sizeof(marks));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printf("%zu\n",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sizeof(marks) / sizeof(marks[0]));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printf("marks[%d] at %p\n",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i, (void*)&amp;marks[i]);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(addresses vary)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6002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6916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marks[0] at 0x7ffc...3c40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marks[1] at 0x7ffc...3c44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marks[2] at 0x7ffc...3c48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marks[3] at 0x7ffc...3c4c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marks[4] at 0x7ffc...3c50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315468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3200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digits go 40, 44, 48, 4c, 50 (hexadecimal): up by 4 each time. Proof the elements sit side by side.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134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ARRAY INDICES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Indices start at 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(subscript) is the position number of an element, written in square brackets. The first index is 0 and the last is size − 1.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868680" cy="548640"/>
          </a:xfrm>
          <a:prstGeom prst="rect">
            <a:avLst/>
          </a:prstGeom>
          <a:solidFill>
            <a:srgbClr val="FFF1D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54480" y="2240280"/>
            <a:ext cx="868680" cy="548640"/>
          </a:xfrm>
          <a:prstGeom prst="rect">
            <a:avLst/>
          </a:prstGeom>
          <a:solidFill>
            <a:srgbClr val="FFF1D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54480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240280"/>
            <a:ext cx="868680" cy="548640"/>
          </a:xfrm>
          <a:prstGeom prst="rect">
            <a:avLst/>
          </a:prstGeom>
          <a:solidFill>
            <a:srgbClr val="FFF1D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240280"/>
            <a:ext cx="868680" cy="548640"/>
          </a:xfrm>
          <a:prstGeom prst="rect">
            <a:avLst/>
          </a:prstGeom>
          <a:solidFill>
            <a:srgbClr val="FFF1D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2240280"/>
            <a:ext cx="868680" cy="548640"/>
          </a:xfrm>
          <a:prstGeom prst="rect">
            <a:avLst/>
          </a:prstGeom>
          <a:solidFill>
            <a:srgbClr val="FFF1D6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marks[5]: valid indices 0 to 4. There is no marks[5].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192024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7840" y="196596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0?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is the distance from the start. Like building floors: the ground floor is floor 0.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can be any integer expression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marks[i]      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marks[2]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marks[i + 1]  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marks[3]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marks[2 * i]   </a:t>
            </a:r>
            <a:pPr indent="0" marL="0">
              <a:buNone/>
            </a:pPr>
            <a:r>
              <a:rPr lang="en-US" sz="11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marks[4]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loops work so well with arrays: the loop variable becomes the index.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1348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ARRAY INDICES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Danger: going out of bounds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does not check whether an index is valid. The programmer must keep indices between 0 and size − 1.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116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marks[5] = {78, 85, 92, 66, 70};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marks[5]);  </a:t>
            </a:r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no index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marks[7] = 100;          </a:t>
            </a:r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not our memory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192024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9659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print garbage, change other variables, or crash. The compiler usually gives no warning.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cause: &lt;= instead of &lt;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7947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&lt;= 5; i++)  </a:t>
            </a:r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also runs for i =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  </a:t>
            </a:r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5416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STORING &amp; RETRIEVING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values in, reading them out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elements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916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marks[5];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marks[0] = 78;             </a:t>
            </a:r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marks[1] = 85;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marks[0];          </a:t>
            </a:r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retrieving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marks[1]);    </a:t>
            </a:r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retrieving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marks[2] = marks[0] + 10;  </a:t>
            </a:r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loops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916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storing from the keyboard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&amp;marks[i]);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retrieving all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marks[i]);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element behaves like an ordinary variable.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&amp; in scanf, just as with normal variables.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5416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STORING &amp; RETRIEVING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program: marks of students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12064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SIZE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marks[SIZE], total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SIZE; i++) {      </a:t>
            </a:r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printf("Student %d: ", i + 1);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&amp;marks[i]);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SIZE; i++) {      </a:t>
            </a:r>
            <a:pPr indent="0" marL="0">
              <a:buNone/>
            </a:pPr>
            <a:r>
              <a:rPr lang="en-US" sz="11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retrieving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printf("Student %d: %d\n", i + 1, marks[i]);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marks[i];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printf("Total = %d\n", total);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printf("Average = %.2f\n", (float)total / SIZE);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169164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1: 78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2: 85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3: 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4: 66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5: 70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391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78.20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520440"/>
            <a:ext cx="2834640" cy="1143000"/>
          </a:xfrm>
          <a:prstGeom prst="roundRect">
            <a:avLst>
              <a:gd name="adj" fmla="val 8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35661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+ 1?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start at 0 but people count from 1, so add 1 only when displaying.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1907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INITIALIZATION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times to give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written in the program and fixed before it runs.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a[3] = {1, 2, 3};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entered or calculated while the program runs.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33375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&amp;a[i]);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"static initialization" here is not the static keyword. It just means the values are known before the program runs.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63140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STATIC INITIALIZATION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to initialize at compile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28016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a[5] = {78, 85, 92, 66, 70};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280160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78 85 92 66 70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47672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1947672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a[5] = {10, 20};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47672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20 0 0 0  (rest become 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615184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zeros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615184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count[100] = {0};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615184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elements are 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282696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omitted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3282696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b[] = {5, 10, 15, 20};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282696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sets size to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8229600" cy="576072"/>
          </a:xfrm>
          <a:prstGeom prst="roundRect">
            <a:avLst>
              <a:gd name="adj" fmla="val 1587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950208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3950208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v[5] = {'a','e','i','o','u'};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950208"/>
            <a:ext cx="25603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i o u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63140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263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STATIC INITIALIZATION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1732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c[3] = {1, 2, 3, 4};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more values than size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d[5];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{1, 2, 3, 4, 5};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braces only at declaration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Uninitialized = garbage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e[5];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inside a function holds garbage values, not zeros.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83464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88036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e[5] = {0};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start every element at 0.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40864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DYNAMIC INITIALIZATION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given at run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572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squares[5], data[5];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calculated at run 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squares[i] = (i + 1) * (i + 1);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entered at run 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5 numbers: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&amp;data[i]);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6002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15000" y="1691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5 numbers: 3 8 1 9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Squares: 1 4 9 16 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  : 3 8 1 9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278892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8346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size is still fixed in the code. Only the values are decided while the program runs.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1907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INITIALIZATION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dynamic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(compile-time)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(run-time)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given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in the program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Entered or calculated while running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a[3] = {1, 2, 3};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scanf("%d", &amp;a[i]);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known in advance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input and calculated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38912" cy="438912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9728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stores many values of the same type under one name, in consecutive memory locations.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47672"/>
            <a:ext cx="438912" cy="438912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856232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= elements × element size. Address of arr[i] = Base + (i × element size).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438912" cy="438912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06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615184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run from 0 to size − 1. C does not check bounds, so the programmer must.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65576"/>
            <a:ext cx="438912" cy="438912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374136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stored and retrieved with the array name and an index, usually in a loop.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438912" cy="438912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133088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initialization gives values at declaration (missing ones become 0). Dynamic initialization gives them while the program runs.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94183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5331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234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for 7 days' temperatures: how many bytes if a float is 4 bytes?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29384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048256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92938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 array starts at 2000. Find the address of the element at index 6.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24328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7432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262432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indices of char name[15]? What if name[15] is accessed?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319272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43814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3319272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a[6] = {4, 8}; What do a[1] and a[4] print? Why?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13308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4014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10 numbers into an array and print them in reverse.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1234440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35331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73168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285232" y="1234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days in each month (static init) and print them with month numbers.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1929384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2048256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73168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85232" y="192938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10 numbers and count how many are even and odd.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2624328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27432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285232" y="262432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how many numbers, malloc the array, read them, print the largest.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3319272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3168" y="343814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73168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285232" y="3319272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malloc and calloc? Write each for 20 integers.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663440" y="4014216"/>
            <a:ext cx="402336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413308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7316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285232" y="4014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errors: int x[3] = {1,2,3,4}; int y[5]; y = {0};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C</dc:title>
  <dc:subject>PptxGenJS Presentation</dc:subject>
  <dc:creator>PptxGenJS</dc:creator>
  <cp:lastModifiedBy>PptxGenJS</cp:lastModifiedBy>
  <cp:revision>1</cp:revision>
  <dcterms:created xsi:type="dcterms:W3CDTF">2026-09-28T09:09:29Z</dcterms:created>
  <dcterms:modified xsi:type="dcterms:W3CDTF">2026-09-28T09:09:29Z</dcterms:modified>
</cp:coreProperties>
</file>