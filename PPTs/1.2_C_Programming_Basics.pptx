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7432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263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Programming Basics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•  Tokens  •  Data Types  •  Modifiers  •  Constants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011680" cy="0"/>
          </a:xfrm>
          <a:prstGeom prst="line">
            <a:avLst/>
          </a:prstGeom>
          <a:noFill/>
          <a:ln w="38100">
            <a:solidFill>
              <a:srgbClr val="3DDC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for Graduation Students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Program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— every C program follows this section order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0D1633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47088"/>
            <a:ext cx="5065776" cy="4261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Documentation section */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Link section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PI 3.14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// Definition section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greet();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Global declaration section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local declarations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statements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main() function section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greet() 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statements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sub-program section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79222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792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17190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75120" y="20299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describing the program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487168"/>
            <a:ext cx="292608" cy="29260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487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41401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section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75120" y="27249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header files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18211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182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1089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75120" y="341985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#define macros / constants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877056"/>
            <a:ext cx="292608" cy="29260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877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80390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declarations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75120" y="41148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variables &amp; function prototypes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57200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44988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function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75120" y="480974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always starts here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5266944"/>
            <a:ext cx="292608" cy="29260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5266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51937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Sub-programs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675120" y="550468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functions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Basics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Program Structure — Example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program built from the skeleton on the previous slide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0D1633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47088"/>
            <a:ext cx="5065776" cy="4123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PI 3.14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total;   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greet();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5;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greet();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printf("%d", total);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greet() {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printf("Hi!");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walk-through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14884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148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12280" y="2075688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starts at main()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236829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where it appears in the file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898648"/>
            <a:ext cx="292608" cy="29260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898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2825496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5;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311810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the global variable — visible to every function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64845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648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357530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greet();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38679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function — its prototype above already told the compiler how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4398264"/>
            <a:ext cx="292608" cy="29260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398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432511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printf("%d", total);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4617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current value of total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516636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D1633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5276088"/>
            <a:ext cx="4882896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Basics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Tokens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token is the smallest individual unit of a C program that is meaningful to the compiler.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D1633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04288"/>
            <a:ext cx="1073505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sum  =  a  +  10;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statement — every piece above is a token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611880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3941064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" y="4306824"/>
            <a:ext cx="3236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word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35204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62272" y="3611880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462272" y="3941064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sum, 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62272" y="4306824"/>
            <a:ext cx="3236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given by programmer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35204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11312" y="3611880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11312" y="3941064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+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11312" y="4306824"/>
            <a:ext cx="3236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/ assignment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" y="5074920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3232" y="5404104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3232" y="5769864"/>
            <a:ext cx="3236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value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0" y="498348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62272" y="5074920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symbol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62272" y="5404104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462272" y="5769864"/>
            <a:ext cx="3236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terminator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498348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11312" y="5074920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(not here)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211312" y="5404104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11312" y="5769864"/>
            <a:ext cx="32369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array + null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Basics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Data Types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data type specifies the kind of value a variable can hold and the set of operations that can be performed on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(Basic)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21488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1E7A5A"/>
          </a:solidFill>
          <a:ln/>
        </p:spPr>
      </p:sp>
      <p:sp>
        <p:nvSpPr>
          <p:cNvPr id="10" name="Text 8"/>
          <p:cNvSpPr/>
          <p:nvPr/>
        </p:nvSpPr>
        <p:spPr>
          <a:xfrm>
            <a:off x="3364992" y="214884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1344" y="21488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8A5A2E"/>
          </a:solidFill>
          <a:ln/>
        </p:spPr>
      </p:sp>
      <p:sp>
        <p:nvSpPr>
          <p:cNvPr id="12" name="Text 10"/>
          <p:cNvSpPr/>
          <p:nvPr/>
        </p:nvSpPr>
        <p:spPr>
          <a:xfrm>
            <a:off x="6181344" y="214884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97696" y="21488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5B6B9E"/>
          </a:solidFill>
          <a:ln/>
        </p:spPr>
      </p:sp>
      <p:sp>
        <p:nvSpPr>
          <p:cNvPr id="14" name="Text 12"/>
          <p:cNvSpPr/>
          <p:nvPr/>
        </p:nvSpPr>
        <p:spPr>
          <a:xfrm>
            <a:off x="8997696" y="214884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70048"/>
          <a:ext cx="7772400" cy="25146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777240"/>
                <a:gridCol w="2514600"/>
                <a:gridCol w="265176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Range (typical)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-128 to 127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 g = 'A';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-2147483648 to 2147483647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age = 21;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~3.4E-38 to 3.4E+38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 pi = 3.14f;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bytes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~1.7E-308 to 1.7E+308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 d = 3.14159;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void greet(void);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503920" y="2670048"/>
            <a:ext cx="3108960" cy="2514600"/>
          </a:xfrm>
          <a:prstGeom prst="roundRect">
            <a:avLst>
              <a:gd name="adj" fmla="val 3636"/>
            </a:avLst>
          </a:prstGeom>
          <a:solidFill>
            <a:srgbClr val="162050"/>
          </a:solidFill>
          <a:ln/>
        </p:spPr>
      </p:sp>
      <p:sp>
        <p:nvSpPr>
          <p:cNvPr id="17" name="Text 14"/>
          <p:cNvSpPr/>
          <p:nvPr/>
        </p:nvSpPr>
        <p:spPr>
          <a:xfrm>
            <a:off x="8732520" y="2834640"/>
            <a:ext cx="2697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Derived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7ECFB"/>
                </a:solidFill>
              </a:rPr>
              <a:t>arrays, pointers, functions, structures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User-defined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7ECFB"/>
                </a:solidFill>
              </a:rPr>
              <a:t>typedef, enum, struct, union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Tip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7ECFB"/>
                </a:solidFill>
              </a:rPr>
              <a:t>Use sizeof() live to show actual sizes on your system.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349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and ranges shown are typical (compiler / system dependent)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Basics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Modifiers vs Data Types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modifier (type modifier) is a keyword attached to a base data type to alter its storage size and/or range — it cannot stand alone.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187452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2468880"/>
                <a:gridCol w="292608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Modifier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Typical Size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5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memory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short int a;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bytes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Increases memory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 int b;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8 bytes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Allows +ve and −ve (default)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signed int c;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unsigned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0 and +ve, doubles +ve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unsigned int d;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3434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E9F7EF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4805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7A5A"/>
                </a:solidFill>
              </a:rPr>
              <a:t>✓  Valid combinations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double z;      // extended precision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char uc;   // 0 to 255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43434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44805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</a:rPr>
              <a:t>✗  Invalid combinations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char x;   // ERROR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float y;   // ERROR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Basics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Constants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that do not change during program execution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1762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100, 0x1A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07208" y="1783080"/>
            <a:ext cx="21762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82880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98648" y="212140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3.14, 2.5e3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65776" y="1783080"/>
            <a:ext cx="21762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182880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57216" y="212140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'A', '9'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24344" y="1783080"/>
            <a:ext cx="21762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15784" y="182880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15784" y="212140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82912" y="1783080"/>
            <a:ext cx="21762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74352" y="182880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seq.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74352" y="212140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\n, \t, \0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Constants — Global vs Local Scope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5394960" cy="2971800"/>
          </a:xfrm>
          <a:prstGeom prst="roundRect">
            <a:avLst>
              <a:gd name="adj" fmla="val 2462"/>
            </a:avLst>
          </a:prstGeom>
          <a:solidFill>
            <a:srgbClr val="0D1633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310128"/>
            <a:ext cx="5065776" cy="2752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PI 3.14  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MAX = 100;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visible to ALL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functions in file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printf("%.2f", PI);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989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CONSTANT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200400"/>
            <a:ext cx="5394960" cy="2971800"/>
          </a:xfrm>
          <a:prstGeom prst="roundRect">
            <a:avLst>
              <a:gd name="adj" fmla="val 2462"/>
            </a:avLst>
          </a:prstGeom>
          <a:solidFill>
            <a:srgbClr val="0D1633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3310128"/>
            <a:ext cx="5065776" cy="2752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float RATE = 7.5;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visible ONLY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inside main()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printf("%.1f", RATE);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5989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CONSTANT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Basics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2026-07-21T06:48:11Z</dcterms:created>
  <dcterms:modified xsi:type="dcterms:W3CDTF">2026-07-21T06:48:11Z</dcterms:modified>
</cp:coreProperties>
</file>