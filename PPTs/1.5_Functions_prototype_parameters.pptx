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covers points 1 to 6: what a function is, why we need them, definition, call, prototype, and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vending machine analogy: inputs go in, a fixed job happens inside, one output comes back. The student only needs to know what goes in and what comes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 program already uses functions. main() is written by us; printf() and scanf() come from the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reasons. Ask students which one they think matters most in a big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idea: show the repeated star line, then rewrite with printLine(). Ask what happens if the line should become dashes.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definition is the complete function: the header (return type, name, parameters) and the body in braces.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 no semicolon after the header; void means no return value; C does not allow nested function definitions; parameters and local variables are local to the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three roles in one program: prototype at the top, the call inside main(), and the definition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call step by step on the board. The arguments are copied into the parameters; the returned value replaces the call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call can stand alone, be stored, sit inside an expression, or be nested as an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prototype introduces the function to the compiler. It has the same header as the definition but ends with a semicolon and has no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compile the earlier example without the prototype and read the compiler message. Modern compilers flag an undeclared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parameters a function is stuck with fixed values (or global variables). Parameters make it general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declared parameter type must match, or be convertible from, the argument being passed. Arrays need their size passed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Number, order and type. Implicit conversions are convenient but can lose information (3.9 to int gives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points 1 to 6. Next topic: types of function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C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call, prototype and parameters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0" y="16002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0A1A20"/>
          </a:solidFill>
          <a:ln w="9525">
            <a:solidFill>
              <a:srgbClr val="2A55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50992" y="1709928"/>
            <a:ext cx="28712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5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5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once. Call anywhere.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IS A FUNCTION?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is a named, self-contained block of code that performs one specific task. You write it once and run it whenever you need it by calling its name.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vending machine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and your selection: the parameters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one fixed job inside: the function body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69748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108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snack you get back: the return value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80360" y="3108960"/>
            <a:ext cx="411480" cy="41148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3108960"/>
            <a:ext cx="411480" cy="411480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know how it works inside to use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IS A FUNCTION?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in 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18488"/>
            <a:ext cx="42428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greet(</a:t>
            </a:r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Student!\n"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greet();    </a:t>
            </a:r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 the function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55448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greet() is defined once, above main().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33172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2860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 it by calling its name: greet();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310896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063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Hello, Student!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388620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itself is a function you write. printf() is one someone else wrote.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WHY FUNCTIONS ARE NEEDED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functions?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27632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call many times. No copy-pasting.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27632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7373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big problem into small, manageable tasks.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27632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373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6276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calculateTotal() is clearer than 30 lines of raw logic.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182112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9184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1821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debugging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49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in one task is found and fixed in one place.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182112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29184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1821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749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behaviour by editing one function, not ten places.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3182112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29184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1821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749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programmers can write different functions in parallel.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WHY FUNCTIONS ARE NEEDED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and without functions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function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function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892808"/>
            <a:ext cx="360273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"*****\n"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"Hello\n"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"*****\n"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"Welcome\n"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3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"*****\n"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9472" y="1892808"/>
            <a:ext cx="360273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printLine(</a:t>
            </a:r>
            <a:pPr indent="0" marL="0">
              <a:buNone/>
            </a:pPr>
            <a:r>
              <a:rPr lang="en-US" sz="11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"*****\n"</a:t>
            </a:r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main():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printLine();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"Hello\n"</a:t>
            </a:r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printLine();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1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"Welcome\n"</a:t>
            </a:r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printLine();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line style? Edit every copy.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once. Every call follows.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FUNCTION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and parts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72768"/>
            <a:ext cx="460857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return_type function_name(parameter_list)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body: statements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value;   </a:t>
            </a:r>
            <a:pPr indent="0" marL="0">
              <a:buNone/>
            </a:pPr>
            <a:r>
              <a:rPr lang="en-US" sz="14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not void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46304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= header + body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202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type, name and parameters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statements inside { 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499616" cy="1280160"/>
          </a:xfrm>
          <a:prstGeom prst="roundRect">
            <a:avLst>
              <a:gd name="adj" fmla="val 714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355848"/>
            <a:ext cx="292608" cy="29260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712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return_type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96849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value sent 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39696" y="3246120"/>
            <a:ext cx="1499616" cy="1280160"/>
          </a:xfrm>
          <a:prstGeom prst="roundRect">
            <a:avLst>
              <a:gd name="adj" fmla="val 714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9424" y="3355848"/>
            <a:ext cx="292608" cy="29260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49424" y="3712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function_name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396849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 choose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3246120"/>
            <a:ext cx="1499616" cy="1280160"/>
          </a:xfrm>
          <a:prstGeom prst="roundRect">
            <a:avLst>
              <a:gd name="adj" fmla="val 714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3355848"/>
            <a:ext cx="292608" cy="29260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712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parameter_list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96849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with type and name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04688" y="3246120"/>
            <a:ext cx="1499616" cy="1280160"/>
          </a:xfrm>
          <a:prstGeom prst="roundRect">
            <a:avLst>
              <a:gd name="adj" fmla="val 714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14416" y="3355848"/>
            <a:ext cx="292608" cy="29260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14416" y="3712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 }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396849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that do the work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87184" y="3246120"/>
            <a:ext cx="1499616" cy="1280160"/>
          </a:xfrm>
          <a:prstGeom prst="roundRect">
            <a:avLst>
              <a:gd name="adj" fmla="val 714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96912" y="3355848"/>
            <a:ext cx="292608" cy="29260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37124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96912" y="3968496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value back, ends function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FUNCTION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definition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72768"/>
            <a:ext cx="4242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8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8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 = a + b;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8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703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HEADER ALOUD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takes two ints, a and b, and returns an int.”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94960" y="160020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0972" y="1696212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94360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semicolon after the header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94960" y="237744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2" y="247345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as the return type means nothing is returned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394960" y="315468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325069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4360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cannot be defined inside another function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94960" y="3931920"/>
            <a:ext cx="384048" cy="384048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972" y="4027932"/>
            <a:ext cx="192024" cy="1920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94360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and sum are local: they exist only while the function runs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FUNCTION 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and example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call transfers control to the function so that its body runs. Defining a function alone does nothing.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94436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function_name(arg1, arg2);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66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95020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</a:t>
            </a:r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1572768"/>
            <a:ext cx="387705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C3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&lt;stdio.h&gt;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   </a:t>
            </a:r>
            <a:pPr indent="0" marL="0">
              <a:buNone/>
            </a:pPr>
            <a:r>
              <a:rPr lang="en-US" sz="12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add(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</a:t>
            </a:r>
            <a:pPr indent="0" marL="0">
              <a:buNone/>
            </a:pPr>
            <a:r>
              <a:rPr lang="en-US" sz="12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buNone/>
            </a:pPr>
            <a:r>
              <a:rPr lang="en-US" sz="12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 = %d\n"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result);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  </a:t>
            </a:r>
            <a:pPr indent="0" marL="0">
              <a:buNone/>
            </a:pPr>
            <a:r>
              <a:rPr lang="en-US" sz="12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FUNCTION 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during a call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36192"/>
            <a:ext cx="384048" cy="38404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49047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jumps from main() to add()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57984"/>
            <a:ext cx="384048" cy="38404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1226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5 and 3 are copied into a and b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73405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of add() runs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01568"/>
            <a:ext cx="384048" cy="38404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3558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+ b; sends 8 back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97764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returns to main(); 8 is stored in result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0" y="150876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1572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801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add(5, 3);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95160" y="2221992"/>
            <a:ext cx="365760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25146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25877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5, b = 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 + b;   // 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95160" y="3593592"/>
            <a:ext cx="365760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388620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2160" y="3941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169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8;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FUNCTION 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call a function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7276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is ignored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231136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= add(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121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is stored in a variable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79776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889504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</a:t>
            </a:r>
            <a:pPr indent="0" marL="0">
              <a:buNone/>
            </a:pPr>
            <a:r>
              <a:rPr lang="en-US" sz="1400" dirty="0">
                <a:solidFill>
                  <a:srgbClr val="A8E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"%d"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add(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779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directly inside an expression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4297680" cy="548640"/>
          </a:xfrm>
          <a:prstGeom prst="roundRect">
            <a:avLst>
              <a:gd name="adj" fmla="val 13333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547872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= add(add(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</a:t>
            </a:r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438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used as an argument of another call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void function is called as a standalone statement:  </a:t>
            </a:r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FUNCTION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prototype?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prototype (or declaration) tells the compiler a function's name, return type and parameter types before the function is used.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371600" cy="457200"/>
          </a:xfrm>
          <a:prstGeom prst="roundRect">
            <a:avLst>
              <a:gd name="adj" fmla="val 40000"/>
            </a:avLst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body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743200"/>
            <a:ext cx="2194560" cy="457200"/>
          </a:xfrm>
          <a:prstGeom prst="roundRect">
            <a:avLst>
              <a:gd name="adj" fmla="val 40000"/>
            </a:avLst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semicolon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572768"/>
            <a:ext cx="38770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syntax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return_type function_name(type1, type2);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15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     </a:t>
            </a:r>
            <a:pPr indent="0" marL="0">
              <a:buNone/>
            </a:pPr>
            <a:r>
              <a:rPr lang="en-US" sz="115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names optional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15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15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b);   </a:t>
            </a:r>
            <a:pPr indent="0" marL="0">
              <a:buNone/>
            </a:pPr>
            <a:r>
              <a:rPr lang="en-US" sz="115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also valid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86334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71600" y="3584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functions have prototypes too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9044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&lt;stdio.h&gt; brings in the prototypes of printf() and scanf(). That is what #include does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FUNCTION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prototypes are needed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463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reads top to bottom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37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main() calls add() before the compiler has seen it, it does not know what add is.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402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14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verifies each call has the right number and types of arguments.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0175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return handling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291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knows what type of value comes back.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1C7C8C"/>
          </a:solidFill>
          <a:ln>
            <a:solidFill>
              <a:srgbClr val="1C7C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947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in code layout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main() first and the definitions afterwards.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146304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prototype?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05740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C89: the compiler silently assumed the function returned 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C99 and later: warning or error for an undeclared function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placed before the call acts as its own prototype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376732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38130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activity: </a:t>
            </a:r>
            <a:pPr indent="0" marL="0"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prototype from the earlier example, compile, and read the message together.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FUNCTION PARAMETERS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need parameters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let the caller send different data each time, so one function works in many situations.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parameters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parameters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624328"/>
            <a:ext cx="36027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only useful for 5 and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addFixed(</a:t>
            </a:r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14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2262E"/>
          </a:solidFill>
          <a:ln w="9525">
            <a:solidFill>
              <a:srgbClr val="1226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2624328"/>
            <a:ext cx="36027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works for any two integers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add(</a:t>
            </a:r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addFixed() always returns 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40690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add(5, 3) gives 8, add(10, 20) gives 30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FUNCTION PARAMETERS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argument types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showInt(10);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Floating-point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 f   or   double 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showDouble(3.14);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 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showChar('A');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arr[], int size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showArray(marks, 5);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 str[]  or  char *str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showString("Hello");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 (address)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*p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increment(&amp;x);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struct Student 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7C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showStudent(s1);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FUNCTION PARAMETERS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arguments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45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must match the number of parameters.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45920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7556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645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argument goes to the first parameter, and so 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45920"/>
            <a:ext cx="438912" cy="438912"/>
          </a:xfrm>
          <a:prstGeom prst="ellipse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5564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1645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match, or be convertible to the parameter type.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3375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008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showDouble(5);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3840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5 becomes double 5.0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91840" y="33375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47472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showInt(3.9);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474720" y="3840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3.9 becomes int 3: the decimal part is dropped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126480" y="33375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0E2A33"/>
          </a:solidFill>
          <a:ln w="12700">
            <a:solidFill>
              <a:srgbClr val="0E2A33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30936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showArray(marks, 3);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309360" y="3840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need their size passed separately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404D"/>
          </a:solidFill>
          <a:ln w="12700">
            <a:solidFill>
              <a:srgbClr val="1640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73936"/>
            <a:ext cx="429768" cy="4297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block of code that does one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404D"/>
          </a:solidFill>
          <a:ln w="12700">
            <a:solidFill>
              <a:srgbClr val="1640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773936"/>
            <a:ext cx="429768" cy="4297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Reuse, modularity, readability, easier debugging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404D"/>
          </a:solidFill>
          <a:ln w="12700">
            <a:solidFill>
              <a:srgbClr val="164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79776"/>
            <a:ext cx="429768" cy="4297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type, name, parameters and body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404D"/>
          </a:solidFill>
          <a:ln w="12700">
            <a:solidFill>
              <a:srgbClr val="1640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779776"/>
            <a:ext cx="429768" cy="4297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name(arguments); transfers control to the function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404D"/>
          </a:solidFill>
          <a:ln w="12700">
            <a:solidFill>
              <a:srgbClr val="164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785616"/>
            <a:ext cx="429768" cy="4297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compiler the signature before use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16404D"/>
          </a:solidFill>
          <a:ln w="12700">
            <a:solidFill>
              <a:srgbClr val="1640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785616"/>
            <a:ext cx="429768" cy="4297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different data into the function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in C</dc:title>
  <dc:subject>PptxGenJS Presentation</dc:subject>
  <dc:creator>PptxGenJS</dc:creator>
  <cp:lastModifiedBy>PptxGenJS</cp:lastModifiedBy>
  <cp:revision>1</cp:revision>
  <dcterms:created xsi:type="dcterms:W3CDTF">2026-09-21T13:41:28Z</dcterms:created>
  <dcterms:modified xsi:type="dcterms:W3CDTF">2026-09-21T13:41:28Z</dcterms:modified>
</cp:coreProperties>
</file>