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4"/>
    <p:sldId id="269" r:id="rId15"/>
    <p:sldId id="270" r:id="rId16"/>
    <p:sldId id="271" r:id="rId17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5272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gap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element leaves a gap. Since elements must stay side by side, the following elements move one place left.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student leaves the row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in seat 2 leaves. The student in seat 3 moves into seat 2, seat 4 into seat 3, and so on, starting just after the empty seat. The last seat becomes free.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shift from the front this time?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514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space is at pos, on the left. Each element moves into the space freed by the one before it, so we start just after pos and move forwards.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5272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(algorithm)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index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3716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not empty, and pos between 0 and n − 1.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(optional)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08960" y="214884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2148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= arr[pos]; to display it later.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08960" y="292608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2926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pos up to n − 2: arr[i] = arr[i + 1];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count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08960" y="370332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91840" y="3703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n--;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5272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run: delete index 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{10, 20, 25, 30, 40}, n =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45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2128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212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arr[1] = arr[2]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40480" y="2212848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072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7797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 = arr[3]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0040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4048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4048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480560" y="2779776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8056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2064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2064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6072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3467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3346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 = arr[4]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0040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4048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4048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48056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8056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3346704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2064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6072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6072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39136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371600" y="3913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20040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20040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4048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84048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48056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48056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12064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12064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583680" y="1645920"/>
            <a:ext cx="2103120" cy="2697480"/>
          </a:xfrm>
          <a:prstGeom prst="roundRect">
            <a:avLst>
              <a:gd name="adj" fmla="val 4348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20840" y="1691640"/>
            <a:ext cx="1828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last 40 is still there?"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still in memory, but with n = 4 every loop stops at index 3, so it no longer counts.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5272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Program: core logic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arr[SIZE] = {10, 20, 25, 30, 40};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5, pos;     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pos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== 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printf("Array is empty.\n");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(pos &lt; 0 || pos &gt;= 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printf("Invalid index.\n");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deleted = arr[pos];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remember 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pos; i &lt; n - 1; i++)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arr[i] = arr[i + 1];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shift left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n--;                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fewer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10 20 25 30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(0 to 4):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element: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10 25 30 40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971800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301752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0: every remaining element shifts left.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 − 1: the loop does not run; only n decreases.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Traversal, Insertion and Deletion</dc:title>
  <dc:subject>PptxGenJS Presentation</dc:subject>
  <dc:creator>PptxGenJS</dc:creator>
  <cp:lastModifiedBy>PptxGenJS</cp:lastModifiedBy>
  <cp:revision>1</cp:revision>
  <dcterms:created xsi:type="dcterms:W3CDTF">2026-09-28T09:48:20Z</dcterms:created>
  <dcterms:modified xsi:type="dcterms:W3CDTF">2026-09-28T09:48:20Z</dcterms:modified>
</cp:coreProperties>
</file>