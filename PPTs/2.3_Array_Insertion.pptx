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room for a new element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elements sit side by side with no gaps. To put a new value in the middle, we must first shift elements out of the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a new student in the row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needs seat 3. Everyone from seat 3 onwards moves one seat right, starting with the last student, so no two students ever share a seat. Then the new student sits in seat 3.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011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important terms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423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(SIZE)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elements the array can hold, e.g. int arr[10];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 (n)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are actually stored right now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06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needs n &lt; SIZE: at least one free space.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shift from the end?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way: shifting from the front. Insert at index 1 in {10, 20, 30}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73736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1737360"/>
            <a:ext cx="4937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840480" y="173736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arr[1]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24028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24028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24028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9184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0" y="2240280"/>
            <a:ext cx="4937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840480" y="224028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arr[2]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9456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91840" y="2743200"/>
            <a:ext cx="493776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9184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40480" y="2743200"/>
            <a:ext cx="493776" cy="384048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274320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173736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1783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is overwritten before it can be moved, so it is lost for ever.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way: shift from the end.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last element and move backwards. Each element moves into a space that is already free, so nothing is overwritten.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(algorithm)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1280160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8016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== SIZE, the array is full: stop.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index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1956816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956816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between 0 and n (n means add at the end).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334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right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08960" y="2633472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63347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n − 1 down to pos: arr[i + 1] = arr[i];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1012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08960" y="3310128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91840" y="331012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arr[pos] = value;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9867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count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108960" y="3986784"/>
            <a:ext cx="5577840" cy="603504"/>
          </a:xfrm>
          <a:prstGeom prst="roundRect">
            <a:avLst>
              <a:gd name="adj" fmla="val 1515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398678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n++;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 run: insert 25 at index 2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{10, 20, 30, 40}, n = 4, capacity = 10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45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760720" y="164592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128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2128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arr[4] = arr[3]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0" y="2212848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77977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27797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arr[3] = arr[2]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0040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8056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2064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60720" y="2779776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3467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371600" y="33467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arr[2] = 25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0040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4048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8056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760720" y="3346704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39136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371600" y="39136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20040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84048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8056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12064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760720" y="3913632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760720" y="3913632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583680" y="1645920"/>
            <a:ext cx="2103120" cy="2697480"/>
          </a:xfrm>
          <a:prstGeom prst="roundRect">
            <a:avLst>
              <a:gd name="adj" fmla="val 4348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720840" y="1691640"/>
            <a:ext cx="1828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box = the value that changed in that step. The loop stops once i &lt; pos.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Program: core logic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SIZE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arr[SIZE] = {10, 20, 30, 40};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4, pos, value;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pos,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 == SIZE)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printf("Array is full.\n");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(pos &lt; 0 || pos &gt; 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printf("Invalid index.\n");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n - 1; i &gt;= pos; i--)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 + 1] = arr[i];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shift right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arr[pos] = value;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place value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n++;                       </a:t>
            </a:r>
            <a:pPr indent="0" marL="0">
              <a:buNone/>
            </a:pPr>
            <a:r>
              <a:rPr lang="en-US" sz="1250" dirty="0">
                <a:solidFill>
                  <a:srgbClr val="94D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more element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691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10 20 30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(0 to 4):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10 20 25 30 40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971800"/>
            <a:ext cx="2926080" cy="1691640"/>
          </a:xfrm>
          <a:prstGeom prst="roundRect">
            <a:avLst>
              <a:gd name="adj" fmla="val 5405"/>
            </a:avLst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301752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program in the class notes also prints the array before and after, using traversal loops.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30452" cy="256032"/>
          </a:xfrm>
          <a:prstGeom prst="roundRect">
            <a:avLst>
              <a:gd name="adj" fmla="val 28571"/>
            </a:avLst>
          </a:prstGeom>
          <a:solidFill>
            <a:srgbClr val="FCA311"/>
          </a:solidFill>
          <a:ln w="127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INSERTION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 (index 0)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shifts: the most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4884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60604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42900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insert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429000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50876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0876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4884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8892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(index n)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does not run at all; the value is placed at arr[n].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7492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7492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1500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1500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508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95160" y="260604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9516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35240" y="2606040"/>
            <a:ext cx="58521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7635240" y="260604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insert 50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7492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7492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71500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71500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5508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5508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995160" y="3429000"/>
            <a:ext cx="585216" cy="420624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99516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635240" y="3429000"/>
            <a:ext cx="585216" cy="420624"/>
          </a:xfrm>
          <a:prstGeom prst="rect">
            <a:avLst/>
          </a:prstGeom>
          <a:solidFill>
            <a:srgbClr val="FCA31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35240" y="3429000"/>
            <a:ext cx="585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both cases to check your understanding.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Traversal, Insertion and Deletion</dc:title>
  <dc:subject>PptxGenJS Presentation</dc:subject>
  <dc:creator>PptxGenJS</dc:creator>
  <cp:lastModifiedBy>PptxGenJS</cp:lastModifiedBy>
  <cp:revision>1</cp:revision>
  <dcterms:created xsi:type="dcterms:W3CDTF">2026-09-28T09:48:20Z</dcterms:created>
  <dcterms:modified xsi:type="dcterms:W3CDTF">2026-09-28T09:48:20Z</dcterms:modified>
</cp:coreProperties>
</file>