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33104" y="1243584"/>
            <a:ext cx="0" cy="3657600"/>
          </a:xfrm>
          <a:prstGeom prst="line">
            <a:avLst/>
          </a:prstGeom>
          <a:noFill/>
          <a:ln w="381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33104" y="2157984"/>
            <a:ext cx="1463040" cy="0"/>
          </a:xfrm>
          <a:prstGeom prst="line">
            <a:avLst/>
          </a:prstGeom>
          <a:noFill/>
          <a:ln w="381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96144" y="2157984"/>
            <a:ext cx="0" cy="1371600"/>
          </a:xfrm>
          <a:prstGeom prst="line">
            <a:avLst/>
          </a:prstGeom>
          <a:noFill/>
          <a:ln w="381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33104" y="3529584"/>
            <a:ext cx="1463040" cy="0"/>
          </a:xfrm>
          <a:prstGeom prst="line">
            <a:avLst/>
          </a:prstGeom>
          <a:noFill/>
          <a:ln w="381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95944" y="1106424"/>
            <a:ext cx="164592" cy="164592"/>
          </a:xfrm>
          <a:prstGeom prst="ellipse">
            <a:avLst/>
          </a:prstGeom>
          <a:solidFill>
            <a:srgbClr val="F05032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95944" y="2020824"/>
            <a:ext cx="164592" cy="164592"/>
          </a:xfrm>
          <a:prstGeom prst="ellipse">
            <a:avLst/>
          </a:prstGeom>
          <a:solidFill>
            <a:srgbClr val="58A6F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95944" y="2935224"/>
            <a:ext cx="164592" cy="164592"/>
          </a:xfrm>
          <a:prstGeom prst="ellipse">
            <a:avLst/>
          </a:prstGeom>
          <a:solidFill>
            <a:srgbClr val="F05032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95944" y="3849624"/>
            <a:ext cx="164592" cy="164592"/>
          </a:xfrm>
          <a:prstGeom prst="ellipse">
            <a:avLst/>
          </a:prstGeom>
          <a:solidFill>
            <a:srgbClr val="58A6F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95944" y="4764024"/>
            <a:ext cx="164592" cy="164592"/>
          </a:xfrm>
          <a:prstGeom prst="ellipse">
            <a:avLst/>
          </a:prstGeom>
          <a:solidFill>
            <a:srgbClr val="F05032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13848" y="2075688"/>
            <a:ext cx="164592" cy="164592"/>
          </a:xfrm>
          <a:prstGeom prst="ellipse">
            <a:avLst/>
          </a:prstGeom>
          <a:solidFill>
            <a:srgbClr val="58A6F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13848" y="3447288"/>
            <a:ext cx="164592" cy="164592"/>
          </a:xfrm>
          <a:prstGeom prst="ellipse">
            <a:avLst/>
          </a:prstGeom>
          <a:solidFill>
            <a:srgbClr val="58A6F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YOUR CLASS PROJECTS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• Configuration • Everyday Commands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0503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97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changes. Never lose work.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0503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581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947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Linux — one command each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76856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368296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0503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6829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350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GitHub account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2715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online home for repositories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44952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136392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0503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363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1181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configuration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4838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Git who you are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813048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904488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0503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044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repo &amp; connect 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4251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vs private, then link your laptop to it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81144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672584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0503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67258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00200" y="46542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commands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0200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init, add, commit, push, pull &amp; more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44068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3FB95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440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00200" y="5422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example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00200" y="57881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save-your-lab-work workflow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it?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a version control system. It saves snapshots of your code over time, so you can go back, compare, and never lose progress on a lab or assignment.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3136392"/>
            <a:ext cx="73152" cy="493776"/>
          </a:xfrm>
          <a:prstGeom prst="roundRect">
            <a:avLst/>
          </a:prstGeom>
          <a:solidFill>
            <a:srgbClr val="F0503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63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558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past version of your files, and undo mistakes safely.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4096512"/>
            <a:ext cx="73152" cy="493776"/>
          </a:xfrm>
          <a:prstGeom prst="roundRect">
            <a:avLst/>
          </a:prstGeom>
          <a:solidFill>
            <a:srgbClr val="F0503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315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code to GitHub so a crashed laptop never means lost work.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5056632"/>
            <a:ext cx="73152" cy="493776"/>
          </a:xfrm>
          <a:prstGeom prst="roundRect">
            <a:avLst/>
          </a:prstGeom>
          <a:solidFill>
            <a:srgbClr val="F0503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983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2760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students can work on the same project without overwriting each other.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15544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828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219456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1945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Directory  →  Staging Area  →  Local Repo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52560" y="3383280"/>
            <a:ext cx="0" cy="502920"/>
          </a:xfrm>
          <a:prstGeom prst="line">
            <a:avLst/>
          </a:prstGeom>
          <a:noFill/>
          <a:ln w="38100">
            <a:solidFill>
              <a:srgbClr val="F05032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281160" y="34564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 /  git pull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977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(REMOTE)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4343400"/>
            <a:ext cx="438912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3434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Repository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 backup / class server)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 Git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1B1F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4780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780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780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157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--id Git.Git -e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download the installer from git-scm.com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1B1F24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43400" y="2331720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07992" y="24780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4709160" y="24780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4910328" y="24780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7157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git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3429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install Xcode Command Line Tools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173736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1B1F24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(Debian/Ubuntu)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38160" y="2331720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02752" y="24780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24780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23"/>
          <p:cNvSpPr/>
          <p:nvPr/>
        </p:nvSpPr>
        <p:spPr>
          <a:xfrm>
            <a:off x="8705088" y="24780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27157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install git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38160" y="3429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Fedora: sudo dnf install git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480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install: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83280" y="4590288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47872" y="473659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2" name="Shape 30"/>
          <p:cNvSpPr/>
          <p:nvPr/>
        </p:nvSpPr>
        <p:spPr>
          <a:xfrm>
            <a:off x="3749040" y="473659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3" name="Shape 31"/>
          <p:cNvSpPr/>
          <p:nvPr/>
        </p:nvSpPr>
        <p:spPr>
          <a:xfrm>
            <a:off x="3950208" y="473659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0" y="49743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prints e.g. git version 2.45.0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Create a GitHub account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457200" cy="457200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8720" y="1691640"/>
            <a:ext cx="66751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69164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github.com and click Sign up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457200" cy="457200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88720" y="2532888"/>
            <a:ext cx="66751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532888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email, create a password, choose a username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74136"/>
            <a:ext cx="66751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374136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email address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61688"/>
            <a:ext cx="457200" cy="457200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15384"/>
            <a:ext cx="66751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4215384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Free plan — it's all a student needs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202936"/>
            <a:ext cx="457200" cy="457200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88720" y="5056632"/>
            <a:ext cx="66751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5056632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 Enable Student Developer Pack via education.github.com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29600" y="169164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46920" y="2011680"/>
            <a:ext cx="548640" cy="548640"/>
          </a:xfrm>
          <a:prstGeom prst="ellipse">
            <a:avLst/>
          </a:prstGeom>
          <a:solidFill>
            <a:srgbClr val="30363D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3920" y="3154680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31546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3721608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41080" y="37216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288536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41080" y="42885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892040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8920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for GitHub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CONFIGURATION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Tell Git who you 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these once per computer. Git stamps every commit with this name and email — use the same ones as your GitHub account.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951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951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2951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3288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"Your Name"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9443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"you@example.com"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3558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init.defaultBranch main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'main' as default branch name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--list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what's currently set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--global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9194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every repo on this machine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45262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--global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9194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only to the current project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Create a repository &amp; connect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GitHub: create the repository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+ in the top right → New repository → give it a name.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669280" cy="914400"/>
          </a:xfrm>
          <a:prstGeom prst="roundRect">
            <a:avLst>
              <a:gd name="adj" fmla="val 9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578608"/>
            <a:ext cx="329184" cy="32918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140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7249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on the internet can view the code. Good for portfolios &amp; open labs.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669280" cy="914400"/>
          </a:xfrm>
          <a:prstGeom prst="roundRect">
            <a:avLst>
              <a:gd name="adj" fmla="val 9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630168"/>
            <a:ext cx="329184" cy="329184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4655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7764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 and people you invite can see it. Good for graded assignments.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FFF3E9"/>
          </a:solidFill>
          <a:ln w="12700">
            <a:solidFill>
              <a:srgbClr val="F4C9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262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leave “Add a README” unchecked if you already have code on your laptop — an empty new repo connects with zero conflicts.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0" y="14813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computer: link the remote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8105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creating the repo, GitHub shows this exact URL — copy it in.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24028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56832" y="23865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0" y="23865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059168" y="23865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2624328"/>
            <a:ext cx="45720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&lt;repo-url&gt;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link local repo to GitHub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184398"/>
            <a:ext cx="45720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confirm the link worked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3744468"/>
            <a:ext cx="45720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make sure branch is named main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4304538"/>
            <a:ext cx="45720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 code, remember this remote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516636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51663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just a nickname for the remote's URL — you'll type it often.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change moves through Git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51460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803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(edit files)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80944" y="3108960"/>
            <a:ext cx="393192" cy="0"/>
          </a:xfrm>
          <a:prstGeom prst="line">
            <a:avLst/>
          </a:prstGeom>
          <a:noFill/>
          <a:ln w="31750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23774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51460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05032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8803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3429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9864" y="3108960"/>
            <a:ext cx="393192" cy="0"/>
          </a:xfrm>
          <a:prstGeom prst="line">
            <a:avLst/>
          </a:prstGeom>
          <a:noFill/>
          <a:ln w="31750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23774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251460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8803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58784" y="3108960"/>
            <a:ext cx="393192" cy="0"/>
          </a:xfrm>
          <a:prstGeom prst="line">
            <a:avLst/>
          </a:prstGeom>
          <a:noFill/>
          <a:ln w="31750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06840" y="23774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251460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1B1F24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280" y="28803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98280" y="3429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Retrieving from a teammate or GitHub uses the reverse direction: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85546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" y="485546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7008" y="485546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0932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copy a remote repo to your laptop (first time)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53675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the latest changes into an existing local repo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COMMANDS — 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and saving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647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current folder into a Git repository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" y="28437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28437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389888" y="28437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81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647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1671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changed, staged, or untracked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269748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56832" y="28437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0" y="28437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059168" y="28437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081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965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44988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files you want to save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502920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87552" y="51755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8720" y="51755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89888" y="51755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5413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lab3.py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39319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0965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492240" y="44988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with a message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92240" y="502920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56832" y="51755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0" y="51755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4" name="Shape 32"/>
          <p:cNvSpPr/>
          <p:nvPr/>
        </p:nvSpPr>
        <p:spPr>
          <a:xfrm>
            <a:off x="7059168" y="51755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5413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lab 3 solution"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COMMANDS — 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and reviewing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647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local commits to GitHub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" y="28437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28437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389888" y="28437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81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647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1671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merge latest remote changes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269748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56832" y="28437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0" y="28437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059168" y="28437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081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965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44988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commit history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502920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87552" y="51755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8720" y="51755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89888" y="51755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5413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39319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0965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492240" y="44988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 existing remote repo locally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92240" y="502920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56832" y="51755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0" y="51755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4" name="Shape 32"/>
          <p:cNvSpPr/>
          <p:nvPr/>
        </p:nvSpPr>
        <p:spPr>
          <a:xfrm>
            <a:off x="7059168" y="51755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5413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https://github.com/user/repo.git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first lab assignment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754880"/>
          </a:xfrm>
          <a:prstGeom prst="roundRect">
            <a:avLst>
              <a:gd name="adj" fmla="val 1538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5506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5506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65506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92808"/>
            <a:ext cx="10515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lab1 &amp;&amp; cd lab1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 your lab folder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500231"/>
            <a:ext cx="10515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 tracking this folder with Git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07654"/>
            <a:ext cx="10515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'print("Hello, Git!")' &gt; lab1.py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 your program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715077"/>
            <a:ext cx="10515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lab1.py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 the file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322499"/>
            <a:ext cx="10515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"Complete lab 1"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 a snapshot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929922"/>
            <a:ext cx="10515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&lt;your-repo-url&gt;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link to GitHub (once)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537345"/>
            <a:ext cx="10515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 it — done!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&amp; RESOURCES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handy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28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5848" y="16002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1728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38728" y="2148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/ user.email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6002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728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connect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45936" y="2148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70264" y="16002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3144" y="1728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53144" y="2148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 /  git clone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07792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358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4564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 →  git commit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55848" y="2907792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8728" y="30358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38728" y="34564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 /  git pull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63056" y="2907792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30358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45936" y="34564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 /  git log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docs &amp; cheat sheet: git-scm.com/docs   •   Practice repo hosting: github.com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51960" y="475488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05032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4754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Questions?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2026-07-28T05:08:14Z</dcterms:created>
  <dcterms:modified xsi:type="dcterms:W3CDTF">2026-07-28T05:08:14Z</dcterms:modified>
</cp:coreProperties>
</file>