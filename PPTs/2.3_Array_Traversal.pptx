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4"/>
    <p:sldId id="259" r:id="rId5"/>
    <p:sldId id="260" r:id="rId6"/>
    <p:sldId id="261" r:id="rId7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30452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330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TRAVERSAL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traversal?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 means visiting every element of an array one by one, usually from first to last, and doing something with each one: printing, adding, comparing or changing it.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488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 pattern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4206240" cy="1325880"/>
          </a:xfrm>
          <a:prstGeom prst="roundRect">
            <a:avLst>
              <a:gd name="adj" fmla="val 551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60604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n; i++)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 something with arr[i]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9319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is the number of elements. The loop runs from index 0 to n − 1, visiting each element exactly once.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0" y="2148840"/>
            <a:ext cx="3749040" cy="2468880"/>
          </a:xfrm>
          <a:prstGeom prst="roundRect">
            <a:avLst>
              <a:gd name="adj" fmla="val 3704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20640" y="2286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collecting notebooks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265176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teacher walks along a row of benches, stopping at each student to collect a notebook. The row is the array, each student an element, and the walk from first bench to last is traversal.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30452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330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TRAVERSAL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printing all elements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480560" cy="2651760"/>
          </a:xfrm>
          <a:prstGeom prst="roundRect">
            <a:avLst>
              <a:gd name="adj" fmla="val 275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7160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arr[5] = {12, 45, 7, 30, 18};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 = 5;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printf("Array elements: ");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n; i++)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printf("%d ", arr[i]);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Array elements: 12 45 7 30 18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21208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loop walks through the array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212080" y="16916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1691640"/>
            <a:ext cx="493776" cy="384048"/>
          </a:xfrm>
          <a:prstGeom prst="rect">
            <a:avLst/>
          </a:prstGeom>
          <a:solidFill>
            <a:srgbClr val="FCA31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0" y="16916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169164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16916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40880" y="169164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40880" y="16916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0" y="169164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0" y="16916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8160" y="169164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38160" y="16916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21488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214884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0" y="21488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92240" y="2148840"/>
            <a:ext cx="493776" cy="384048"/>
          </a:xfrm>
          <a:prstGeom prst="rect">
            <a:avLst/>
          </a:prstGeom>
          <a:solidFill>
            <a:srgbClr val="FCA31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92240" y="21488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040880" y="214884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40880" y="21488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589520" y="214884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89520" y="21488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38160" y="214884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138160" y="21488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212080" y="26060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2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0" y="260604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43600" y="26060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92240" y="260604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92240" y="26060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040880" y="2606040"/>
            <a:ext cx="493776" cy="384048"/>
          </a:xfrm>
          <a:prstGeom prst="rect">
            <a:avLst/>
          </a:prstGeom>
          <a:solidFill>
            <a:srgbClr val="FCA31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040880" y="26060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589520" y="260604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589520" y="26060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138160" y="260604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138160" y="26060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5212080" y="30632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3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943600" y="306324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943600" y="30632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92240" y="306324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92240" y="30632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040880" y="306324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040880" y="30632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589520" y="3063240"/>
            <a:ext cx="493776" cy="384048"/>
          </a:xfrm>
          <a:prstGeom prst="rect">
            <a:avLst/>
          </a:prstGeom>
          <a:solidFill>
            <a:srgbClr val="FCA31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589520" y="30632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138160" y="306324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138160" y="30632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5212080" y="35204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4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943600" y="352044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943600" y="35204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492240" y="352044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492240" y="35204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040880" y="352044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040880" y="35204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7589520" y="352044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589520" y="35204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8138160" y="3520440"/>
            <a:ext cx="493776" cy="384048"/>
          </a:xfrm>
          <a:prstGeom prst="rect">
            <a:avLst/>
          </a:prstGeom>
          <a:solidFill>
            <a:srgbClr val="FCA31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138160" y="35204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5212080" y="4023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5: 5 &lt; 5 is false, so the loop stops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457200" y="4069080"/>
            <a:ext cx="4480560" cy="548640"/>
          </a:xfrm>
          <a:prstGeom prst="roundRect">
            <a:avLst>
              <a:gd name="adj" fmla="val 16667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40080" y="4069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highlighted box is the element visited in that round.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30452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330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TRAVERSAL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loop, different 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846320" cy="3383280"/>
          </a:xfrm>
          <a:prstGeom prst="roundRect">
            <a:avLst>
              <a:gd name="adj" fmla="val 216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7160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Sum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sum = 0;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n; i++)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 += arr[i];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Largest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max = arr[0];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1; i &lt; n; i++)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(arr[i] &gt; max) max = arr[i];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Search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key = 30, found = -1;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n; i++)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(arr[i] == key) { found = i; break; }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1280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 {12, 45, 7, 30, 18}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40" y="160020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15000" y="16916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= 112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Largest = 45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found at index 3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Backwards traversal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577840" y="301752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15000" y="31089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n - 1; i &gt;= 0; i--)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printf("%d ", arr[i]);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18 30 7 45 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77840" y="4069080"/>
            <a:ext cx="3108960" cy="594360"/>
          </a:xfrm>
          <a:prstGeom prst="roundRect">
            <a:avLst>
              <a:gd name="adj" fmla="val 15385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15000" y="40690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only the action inside the loop changes.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30452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330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TRAVERSAL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to remember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FBE4E7"/>
          </a:solidFill>
          <a:ln w="12700">
            <a:solidFill>
              <a:srgbClr val="FBE4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 n, not i &lt;= 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0116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valid index is n − 1. Using &lt;= goes one step past the end and reads memory that isn't part of the array.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566160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657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&lt;= n; i++) </a:t>
            </a:r>
            <a:pPr indent="0" marL="0">
              <a:buNone/>
            </a:pPr>
            <a:r>
              <a:rPr lang="en-US" sz="110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WRONG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508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max with arr[0], not 0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20116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all values were negative, starting with 0 would give the wrong answer.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92040" y="3566160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0" y="3657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max = arr[0];   </a:t>
            </a:r>
            <a:pPr indent="0" marL="0">
              <a:buNone/>
            </a:pPr>
            <a:r>
              <a:rPr lang="en-US" sz="110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CORRECT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 Traversal, Insertion and Deletion</dc:title>
  <dc:subject>PptxGenJS Presentation</dc:subject>
  <dc:creator>PptxGenJS</dc:creator>
  <cp:lastModifiedBy>PptxGenJS</cp:lastModifiedBy>
  <cp:revision>1</cp:revision>
  <dcterms:created xsi:type="dcterms:W3CDTF">2026-09-28T09:48:20Z</dcterms:created>
  <dcterms:modified xsi:type="dcterms:W3CDTF">2026-09-28T09:48:20Z</dcterms:modified>
</cp:coreProperties>
</file>