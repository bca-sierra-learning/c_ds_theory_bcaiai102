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Traversal, Insertion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Deletion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Visiting every element, inserting at a specified index,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deleting from a specified index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676656" cy="50292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8404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80160" y="3840480"/>
            <a:ext cx="676656" cy="50292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8404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0" y="3840480"/>
            <a:ext cx="676656" cy="502920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11680" y="38404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0" y="3840480"/>
            <a:ext cx="676656" cy="50292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38404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74720" y="3840480"/>
            <a:ext cx="676656" cy="50292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38404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08660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708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632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Visiting every element one by 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46304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69164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0632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item at a specified index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69164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0632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item at a specified index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46304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5160" y="169164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951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30632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program using functions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TRAVERSAL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traversal?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means visiting every element of an array one by one, usually from first to last, and doing something with each one: printing, adding, comparing or changing it.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pattern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0604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 something with arr[i]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the number of elements. The loop runs from index 0 to n − 1, visiting each element exactly once.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2148840"/>
            <a:ext cx="3749040" cy="2468880"/>
          </a:xfrm>
          <a:prstGeom prst="roundRect">
            <a:avLst>
              <a:gd name="adj" fmla="val 3704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collecting notebooks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6517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walks along a row of benches, stopping at each student to collect a notebook. The row is the array, each student an element, and the walk from first bench to last is traversal.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TRAVERSAL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printing all elements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arr[5] = {12, 45, 7, 30, 18};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5;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printf("Array elements: ");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 arr[i]);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 elements: 12 45 7 30 18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loop walks through the array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6916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691640"/>
            <a:ext cx="493776" cy="384048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16916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16916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6916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16916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16916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16916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0" y="16916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16916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1488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1488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0" y="21488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2148840"/>
            <a:ext cx="493776" cy="384048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21488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40880" y="21488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0" y="21488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89520" y="21488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0" y="21488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21488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38160" y="21488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26060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0" y="26060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0" y="26060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26060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26060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040880" y="2606040"/>
            <a:ext cx="493776" cy="384048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40880" y="26060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89520" y="26060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89520" y="26060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38160" y="26060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38160" y="26060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212080" y="3063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43600" y="30632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43600" y="30632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92240" y="30632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92240" y="30632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040880" y="30632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40880" y="30632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589520" y="3063240"/>
            <a:ext cx="493776" cy="384048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89520" y="30632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138160" y="30632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138160" y="30632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212080" y="35204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4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943600" y="35204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943600" y="35204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492240" y="35204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92240" y="35204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040880" y="35204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040880" y="35204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589520" y="352044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589520" y="35204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138160" y="3520440"/>
            <a:ext cx="493776" cy="384048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138160" y="35204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521208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5: 5 &lt; 5 is false, so the loop stops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57200" y="4069080"/>
            <a:ext cx="4480560" cy="548640"/>
          </a:xfrm>
          <a:prstGeom prst="roundRect">
            <a:avLst>
              <a:gd name="adj" fmla="val 16667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4008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highlighted box is the element visited in that round.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TRAVERSAL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loop, different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 = 0;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+= arr[i];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Largest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max = arr[0];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 n; i++)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(arr[i] &gt; max) max = arr[i];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Search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key = 30, found = -1;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(arr[i] == key) { found = i; break; }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 {12, 45, 7, 30, 18}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6002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15000" y="1691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112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Largest = 45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found at index 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Backwards traversal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301752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3108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n - 1; i &gt;= 0; i--)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 arr[i]);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30 7 45 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4069080"/>
            <a:ext cx="3108960" cy="594360"/>
          </a:xfrm>
          <a:prstGeom prst="roundRect">
            <a:avLst>
              <a:gd name="adj" fmla="val 15385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15000" y="40690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only the action inside the loop changes.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TRAVERSAL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n, not i &lt;= 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valid index is n − 1. Using &lt;= goes one step past the end and reads memory that isn't part of the array.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56616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&lt;= n; i++) </a:t>
            </a:r>
            <a:pPr indent="0" marL="0">
              <a:buNone/>
            </a:pPr>
            <a:r>
              <a:rPr lang="en-US" sz="11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max with arr[0], not 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011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values were negative, starting with 0 would give the wrong answer.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356616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max = arr[0];   </a:t>
            </a:r>
            <a:pPr indent="0" marL="0">
              <a:buNone/>
            </a:pPr>
            <a:r>
              <a:rPr lang="en-US" sz="11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INSERTION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room for a new element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elements sit side by side with no gaps. To put a new value in the middle, we must first shift elements out of the way.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new student in the row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student needs seat 3. Everyone from seat 3 onwards moves one seat right, starting with the last student, so no two students ever share a seat. Then the new student sits in seat 3.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011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important terms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24231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423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(SIZE)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elements the array can hold, e.g. int arr[10];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3291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291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elements (n)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are actually stored right now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06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needs n &lt; SIZE: at least one free space.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INSERTION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shift from the end?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way: shifting from the front. Insert at index 1 in {10, 20, 30}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73736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73736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173736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73736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73736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173736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1737360"/>
            <a:ext cx="49377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3840480" y="173736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arr[2] = arr[1]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24028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94560" y="224028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224028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0" y="224028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2240280"/>
            <a:ext cx="493776" cy="384048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224028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40480" y="2240280"/>
            <a:ext cx="49377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3840480" y="224028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743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arr[3] = arr[2]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94560" y="274320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94560" y="274320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0" y="274320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43200" y="274320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91840" y="274320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91840" y="274320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40480" y="2743200"/>
            <a:ext cx="493776" cy="384048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40480" y="274320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173736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0" y="17830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is overwritten before it can be moved, so it is lost for ever.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3474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way: shift from the end.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last element and move backwards. Each element moves into a space that is already free, so nothing is overwritten.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INSERTION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(algorithm)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8016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space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08960" y="1280160"/>
            <a:ext cx="55778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28016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 == SIZE, the array is full: stop.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index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108960" y="1956816"/>
            <a:ext cx="55778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195681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between 0 and n (n means add at the end).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63347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right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108960" y="2633472"/>
            <a:ext cx="55778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263347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n − 1 down to pos: arr[i + 1] = arr[i];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012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value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108960" y="3310128"/>
            <a:ext cx="55778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91840" y="331012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arr[pos] = value;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059936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9867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count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108960" y="3986784"/>
            <a:ext cx="55778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91840" y="398678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n++;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INSERTION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run: insert 25 at index 2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{10, 20, 30, 40}, n = 4, capacity = 10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459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459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60720" y="1645920"/>
            <a:ext cx="58521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76072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21284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22128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arr[4] = arr[3]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4048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8056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2064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760720" y="2212848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6072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277977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2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27797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arr[3] = arr[2]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0040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84048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84048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48056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8056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120640" y="2779776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12064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76072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6072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3467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371600" y="33467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arr[2] = 25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0040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20040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4048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84048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480560" y="3346704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48056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12064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2064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76072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6072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391363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1371600" y="39136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20040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20040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84048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84048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48056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48056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12064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12064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76072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76072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6583680" y="1645920"/>
            <a:ext cx="2103120" cy="2697480"/>
          </a:xfrm>
          <a:prstGeom prst="roundRect">
            <a:avLst>
              <a:gd name="adj" fmla="val 4348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720840" y="1691640"/>
            <a:ext cx="1828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box = the value that changed in that step. The loop stops once i &lt; pos.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INSERTION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Program: core logic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3383280"/>
          </a:xfrm>
          <a:prstGeom prst="roundRect">
            <a:avLst>
              <a:gd name="adj" fmla="val 216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SIZE 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arr[SIZE] = {10, 20, 30, 40};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4, pos, value;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pos, value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 == SIZE)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printf("Array is full.\n");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(pos &lt; 0 || pos &gt; n)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printf("Invalid index.\n");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n - 1; i &gt;= pos; i--)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arr[i + 1] = arr[i];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shift right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arr[pos] = value;       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place value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n++;                    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more element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6002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1691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10 20 30 40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(0 to 4):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Value: 25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 10 20 25 30 40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2971800"/>
            <a:ext cx="2926080" cy="1691640"/>
          </a:xfrm>
          <a:prstGeom prst="roundRect">
            <a:avLst>
              <a:gd name="adj" fmla="val 5405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301752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program in the class notes also prints the array before and after, using traversal loops.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INSERTION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cases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beginning (index 0)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shifts: the most 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0876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0876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4884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8892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8892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29000" y="2606040"/>
            <a:ext cx="58521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342900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insert 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3429000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0876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0876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4884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4884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8892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8892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2900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2900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132588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(index n)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does not run at all; the value is placed at arr[n].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7492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7492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71500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71500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5508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5508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9516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9516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635240" y="2606040"/>
            <a:ext cx="58521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763524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89204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insert 50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7492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7492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71500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71500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35508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5508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99516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99516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635240" y="3429000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63524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both cases to check your understanding.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52728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DELETION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gap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an element leaves a gap. Since elements must stay side by side, the following elements move one place left.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student leaves the row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in seat 2 leaves. The student in seat 3 moves into seat 2, seat 4 into seat 3, and so on, starting just after the empty seat. The last seat becomes free.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shift from the front this time?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514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space is at pos, on the left. Each element moves into the space freed by the one before it, so we start just after pos and move forwards.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52728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DELETION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(algorithm)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index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08960" y="1371600"/>
            <a:ext cx="5577840" cy="640080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3716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not empty, and pos between 0 and n − 1.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(optional)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108960" y="2148840"/>
            <a:ext cx="5577840" cy="640080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21488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 = arr[pos]; to display it later.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926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108960" y="2926080"/>
            <a:ext cx="5577840" cy="640080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2926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pos up to n − 2: arr[i] = arr[i + 1];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count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108960" y="3703320"/>
            <a:ext cx="5577840" cy="640080"/>
          </a:xfrm>
          <a:prstGeom prst="roundRect">
            <a:avLst>
              <a:gd name="adj" fmla="val 1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91840" y="37033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n--;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52728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DELETION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run: delete index 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{10, 20, 25, 30, 40}, n =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459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459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6072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21284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22128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arr[1] = arr[2]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40480" y="2212848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8056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2064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76072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6072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277977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2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27797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arr[2] = arr[3]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0040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84048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84048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480560" y="2779776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8056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12064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12064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76072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6072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3467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3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371600" y="33467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arr[3] = arr[4]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0040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20040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4048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84048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48056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48056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120640" y="3346704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2064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76072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6072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391363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1371600" y="39136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20040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20040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84048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84048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48056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48056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12064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12064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583680" y="1645920"/>
            <a:ext cx="2103120" cy="2697480"/>
          </a:xfrm>
          <a:prstGeom prst="roundRect">
            <a:avLst>
              <a:gd name="adj" fmla="val 4348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720840" y="1691640"/>
            <a:ext cx="1828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last 40 is still there?"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still in memory, but with n = 4 every loop stops at index 3, so it no longer counts.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52728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DELETION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Program: core logic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3383280"/>
          </a:xfrm>
          <a:prstGeom prst="roundRect">
            <a:avLst>
              <a:gd name="adj" fmla="val 216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arr[SIZE] = {10, 20, 25, 30, 40};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5, pos;        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pos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 == 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printf("Array is empty.\n");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(pos &lt; 0 || pos &gt;= n)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printf("Invalid index.\n");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deleted = arr[pos];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remember 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pos; i &lt; n - 1; i++)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arr[i] = arr[i + 1];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shift left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n--;                   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fewer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6002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1691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10 20 25 30 40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(0 to 4):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 element: 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 10 25 30 40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2971800"/>
            <a:ext cx="292608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301752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cases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0: every remaining element shifts left.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 − 1: the loop does not run; only n decreases.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0769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107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PUTTING IT TOGETHER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and delete as functions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insertAt(int arr[], int n, int pos, int value)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== SIZE || pos &lt; 0 || pos &gt; 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n;                 </a:t>
            </a:r>
            <a:pPr indent="0" marL="0">
              <a:buNone/>
            </a:pPr>
            <a:r>
              <a:rPr lang="en-US" sz="11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n - 1; i &gt;= pos; i--)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arr[i + 1] = arr[i];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arr[pos] = value;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+ 1;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deleteAt(int arr[], int n, int pos)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(pos &lt; 0 || pos &gt;= 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pos; i &lt; n - 1;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arr[i] = arr[i + 1];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- 1;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128016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89320" y="13258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return n?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gets only the array's address, so it can change the elements but not n in main(). It returns the new count instead.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main(), inside a menu loop: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347472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3566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insertAt(arr, n, pos, value);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deleteAt(arr, n, pos);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4297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menu program with messages: see class notes.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4108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Insertion vs deletion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room for a new element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the gap left behind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of shift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starts from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element (n − 1), backwards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index (pos), forwards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statement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arr[i + 1] = arr[i];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arr[i] = arr[i + 1];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index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n − 1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to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must not be 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must not be empty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n++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n--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64108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shift direction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insertion copies the same value into every later position.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77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update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traversal shows the wrong elements.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4747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capacity check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into a full array writes past its end.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80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valid range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allows index n; deletion does not.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3774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377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vs index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"3rd position" is index 2: pos = position − 1.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47472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4747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dry-run the wrong version on paper. Seeing the mistake sticks better than being told.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98448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visits each element with a loop from 0 to n − 1. The loop stays the same; only the work inside changes.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67128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0574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shifts elements right, starting from the last, then places the value and increases n. The array must not be full.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35808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260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shifts elements left, starting just after the deleted one, then decreases 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904488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94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both, check the index first and keep n up to date.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94183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53312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23444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only the elements at even indices of a 10-element array.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29384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048256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1929384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smallest element and its index.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7432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2624328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times a given number appears.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319272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438144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3319272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inserting 5 at index 0 in {10, 20, 30, 40}.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014216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133088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4014216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the forward insertion loop on {1, 2, 3, 4} with pos = 1. What goes wrong?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1234440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353312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7316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285232" y="123444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an element at the end without any shifting loop.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1929384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3168" y="2048256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73168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85232" y="1929384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deleting index 3 from {8, 16, 24, 32, 40}.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2624328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73168" y="27432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7316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285232" y="2624328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position (from 1) and delete the element there.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63440" y="3319272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73168" y="3438144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73168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285232" y="3319272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first occurrence of a given value (find its index first).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663440" y="4014216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73168" y="4133088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77316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285232" y="4014216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value into a sorted array so it stays sorted.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Traversal, Insertion and Deletion</dc:title>
  <dc:subject>PptxGenJS Presentation</dc:subject>
  <dc:creator>PptxGenJS</dc:creator>
  <cp:lastModifiedBy>PptxGenJS</cp:lastModifiedBy>
  <cp:revision>1</cp:revision>
  <dcterms:created xsi:type="dcterms:W3CDTF">2026-09-28T09:48:20Z</dcterms:created>
  <dcterms:modified xsi:type="dcterms:W3CDTF">2026-09-28T09:48:20Z</dcterms:modified>
</cp:coreProperties>
</file>